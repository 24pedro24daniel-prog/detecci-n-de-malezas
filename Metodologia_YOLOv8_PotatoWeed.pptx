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YOLOv8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1031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y Conteo de Malezas en Cultivo de Papa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Replicación del paper: Goyal et al. (2025)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Protection 187 — IndianPotatoWeeds Dataset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 ·  Google Drive  ·  YOLOv8-seg  ·  2 Clases: crop / weed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 del Flujo Metodológico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109728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143000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Dataset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490472"/>
            <a:ext cx="10972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452 imgs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35024" y="1600200"/>
            <a:ext cx="128016" cy="0"/>
          </a:xfrm>
          <a:prstGeom prst="line">
            <a:avLst/>
          </a:prstGeom>
          <a:noFill/>
          <a:ln w="19050">
            <a:solidFill>
              <a:srgbClr val="4950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99032" y="1097280"/>
            <a:ext cx="109728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99032" y="1143000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Configuración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99032" y="1490472"/>
            <a:ext cx="10972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05456" y="1600200"/>
            <a:ext cx="128016" cy="0"/>
          </a:xfrm>
          <a:prstGeom prst="line">
            <a:avLst/>
          </a:prstGeom>
          <a:noFill/>
          <a:ln w="19050">
            <a:solidFill>
              <a:srgbClr val="4950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9464" y="1097280"/>
            <a:ext cx="1097280" cy="10058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9464" y="1143000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Preprocesar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9464" y="1490472"/>
            <a:ext cx="10972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75888" y="1600200"/>
            <a:ext cx="128016" cy="0"/>
          </a:xfrm>
          <a:prstGeom prst="line">
            <a:avLst/>
          </a:prstGeom>
          <a:noFill/>
          <a:ln w="19050">
            <a:solidFill>
              <a:srgbClr val="4950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39896" y="1097280"/>
            <a:ext cx="1097280" cy="10058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39896" y="1143000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Entrenar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39896" y="1490472"/>
            <a:ext cx="10972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YOLOv8n-seg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épocas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46320" y="1600200"/>
            <a:ext cx="128016" cy="0"/>
          </a:xfrm>
          <a:prstGeom prst="line">
            <a:avLst/>
          </a:prstGeom>
          <a:noFill/>
          <a:ln w="19050">
            <a:solidFill>
              <a:srgbClr val="4950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0328" y="1097280"/>
            <a:ext cx="1097280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10328" y="1143000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10328" y="1490472"/>
            <a:ext cx="10972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P,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F1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16752" y="1600200"/>
            <a:ext cx="128016" cy="0"/>
          </a:xfrm>
          <a:prstGeom prst="line">
            <a:avLst/>
          </a:prstGeom>
          <a:noFill/>
          <a:ln w="19050">
            <a:solidFill>
              <a:srgbClr val="4950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1097280"/>
            <a:ext cx="1097280" cy="100584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1143000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Inferencia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0760" y="1490472"/>
            <a:ext cx="10972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malezas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187184" y="1600200"/>
            <a:ext cx="128016" cy="0"/>
          </a:xfrm>
          <a:prstGeom prst="line">
            <a:avLst/>
          </a:prstGeom>
          <a:noFill/>
          <a:ln w="19050">
            <a:solidFill>
              <a:srgbClr val="4950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51192" y="1097280"/>
            <a:ext cx="1097280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51192" y="1143000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Conteo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51192" y="1490472"/>
            <a:ext cx="10972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malezas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imagen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246888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2468880"/>
            <a:ext cx="274320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4688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4048" y="2926080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452 imágenes JPG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especies de malezas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Anotaciones TXT (polígonos YOLO)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clases: crop / weed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246888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2468880"/>
            <a:ext cx="2743200" cy="3840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24688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Central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10128" y="2926080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YOLOv8n-seg preentrenado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Augmentación integrada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optimizer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246888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355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2468880"/>
            <a:ext cx="2743200" cy="38404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4688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36208" y="2926080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automáticos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Máscaras de segmentación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confianza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 de malezas por imagen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1 y 2: Dataset y Configuración del Entorno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114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Descarga del Dataset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329184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98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1298448"/>
            <a:ext cx="3639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298448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Kaggle — rajni88/indianpotatoweed-dataset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728216"/>
            <a:ext cx="329184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282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1728216"/>
            <a:ext cx="3639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728216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IndianPotatoWeeds (Goyal et al., 2025)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157984"/>
            <a:ext cx="329184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579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2157984"/>
            <a:ext cx="3639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157984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452 imágenes originales JPG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587752"/>
            <a:ext cx="329184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587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2587752"/>
            <a:ext cx="3639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587752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1,950 imágenes con augmentación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329184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017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" y="3017520"/>
            <a:ext cx="3639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017520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Anotaciones TXT en formato YOLO-seg (polígonos)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447288"/>
            <a:ext cx="329184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447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" y="3447288"/>
            <a:ext cx="3639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3447288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clases: crop (papa) y weed (maleza)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877056"/>
            <a:ext cx="329184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877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" y="3877056"/>
            <a:ext cx="3639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3877056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 Google Drive: /PotatoWeed/dataset/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777240"/>
            <a:ext cx="429768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7772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Configuración del Entorno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0" y="1298448"/>
            <a:ext cx="329184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1298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56048" y="1298448"/>
            <a:ext cx="391363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1298448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Google Drive en Colab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1728216"/>
            <a:ext cx="329184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17282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56048" y="1728216"/>
            <a:ext cx="391363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1728216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carpetas: /dataset, /yolo_dataset, /runs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0" y="2157984"/>
            <a:ext cx="329184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0" y="21579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956048" y="2157984"/>
            <a:ext cx="391363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10912" y="2157984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Kaggle API y autenticar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0" y="2587752"/>
            <a:ext cx="329184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2587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956048" y="2587752"/>
            <a:ext cx="391363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10912" y="2587752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Ultralytics: pip install ultralytics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0" y="3017520"/>
            <a:ext cx="329184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0" y="3017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956048" y="3017520"/>
            <a:ext cx="391363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10912" y="3017520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GPU disponible (Tesla T4 ideal)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0" y="3447288"/>
            <a:ext cx="329184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0" y="3447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956048" y="3447288"/>
            <a:ext cx="391363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10912" y="3447288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dataset de Kaggle a Drive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0" y="3877056"/>
            <a:ext cx="329184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0" y="3877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956048" y="3877056"/>
            <a:ext cx="391363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10912" y="3877056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Inspeccionar estructura y tipos de archivo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3: Preprocesamiento — Estructura YOLO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 del Dataset (según el paper)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914400" cy="6400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63040" y="1280160"/>
            <a:ext cx="640080" cy="64008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1280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1,560 imágenes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91440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945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63040" y="2194560"/>
            <a:ext cx="640080" cy="64008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2194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 imágenes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914400" cy="640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089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63040" y="3108960"/>
            <a:ext cx="640080" cy="64008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94560" y="3108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imágenes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3749040" cy="73152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9319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data.yaml — nc: 2 | names: ['crop', 'weed']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777240"/>
            <a:ext cx="4206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777240"/>
            <a:ext cx="420624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7772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Carpetas en Google Drive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12618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MyDrive/PotatoWeed/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148590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dataset/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17099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yolo_dataset/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193395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images/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66360" y="215798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train/  *.jpg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66360" y="238201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val/    *.jpg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66360" y="26060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test/   *.jpg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28300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labels/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66360" y="305409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train/  *.txt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66360" y="327812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val/    *.txt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66360" y="350215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test/   *.txt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372618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data.yaml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92040" y="39502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runs/  (resultados)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4: Entrenamiento YOLOv8-seg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50392"/>
            <a:ext cx="411480" cy="4114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50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" y="1261872"/>
            <a:ext cx="0" cy="292608"/>
          </a:xfrm>
          <a:prstGeom prst="line">
            <a:avLst/>
          </a:prstGeom>
          <a:noFill/>
          <a:ln w="19050">
            <a:solidFill>
              <a:srgbClr val="1B433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49808" y="777240"/>
            <a:ext cx="8138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81381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modelo base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06984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YOLO('yolov8n-seg.pt')  —  preentrenado en COCO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554480"/>
            <a:ext cx="411480" cy="4114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" y="1965960"/>
            <a:ext cx="0" cy="292608"/>
          </a:xfrm>
          <a:prstGeom prst="line">
            <a:avLst/>
          </a:prstGeom>
          <a:noFill/>
          <a:ln w="19050">
            <a:solidFill>
              <a:srgbClr val="2D6A4F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749808" y="1481328"/>
            <a:ext cx="8138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15179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177393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preentrenados → fine-tuning con IndianPotatoWeeds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258568"/>
            <a:ext cx="411480" cy="4114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258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" y="2670048"/>
            <a:ext cx="0" cy="292608"/>
          </a:xfrm>
          <a:prstGeom prst="line">
            <a:avLst/>
          </a:prstGeom>
          <a:noFill/>
          <a:ln w="19050">
            <a:solidFill>
              <a:srgbClr val="52B78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49808" y="2185416"/>
            <a:ext cx="8138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22199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hiperparámetros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47802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imgsz=800 · batch=4 · optimizer=AdamW · lr=0.001667 · momentum=0.9 · weight_decay=0.0005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962656"/>
            <a:ext cx="411480" cy="4114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9626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" y="3374136"/>
            <a:ext cx="0" cy="292608"/>
          </a:xfrm>
          <a:prstGeom prst="line">
            <a:avLst/>
          </a:prstGeom>
          <a:noFill/>
          <a:ln w="19050">
            <a:solidFill>
              <a:srgbClr val="E76F5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49808" y="2889504"/>
            <a:ext cx="8138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2926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entrenamiento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318211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model.train(data='data.yaml', epochs=100, project='/drive/runs')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3666744"/>
            <a:ext cx="411480" cy="4114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6667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9768" y="4078224"/>
            <a:ext cx="0" cy="292608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749808" y="3593592"/>
            <a:ext cx="8138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36301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pérdidas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" y="38862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box_loss · seg_loss · cls_loss · dfl_loss (train y val)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4370832"/>
            <a:ext cx="411480" cy="41148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4370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9808" y="4297680"/>
            <a:ext cx="8138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433425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mejor modelo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8680" y="459028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best.pt guardado automáticamente en Google Drive /runs/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5: Evaluación del Modelo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011680" cy="4114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(P)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FP)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malezas detectadas,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son realmente malezas?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463040" cy="5486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432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(weed): 0.744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0592" y="77724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777240"/>
            <a:ext cx="201168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777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FN)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42032" y="1783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todas las malezas reales,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detectó el modelo?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24912" y="2743200"/>
            <a:ext cx="1463040" cy="548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24912" y="27432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(weed): 0.652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26864" y="77724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777240"/>
            <a:ext cx="2011680" cy="4114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777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8304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P · R / 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18304" y="1783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entre Precision y Recall.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relevante para conteo.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01184" y="2743200"/>
            <a:ext cx="1463040" cy="5486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1184" y="27432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(weed): 0.693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03136" y="77724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355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777240"/>
            <a:ext cx="2011680" cy="4114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777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94576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AP (IoU≥0.5)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94576" y="1783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promedio global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(todas las clases).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77456" y="2743200"/>
            <a:ext cx="1463040" cy="54864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77456" y="27432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(weed): 83.4%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49040"/>
            <a:ext cx="8595360" cy="1097280"/>
          </a:xfrm>
          <a:prstGeom prst="rect">
            <a:avLst/>
          </a:prstGeom>
          <a:solidFill>
            <a:srgbClr val="B7E4C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de evaluación: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= model.val(data='data.yaml', split='test', imgsz=800, batch=4)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print(f'mAP@0.50: {metrics.seg.map50:.3f}  |  Precision: {metrics.seg.mp:.3f}  |  Recall: {metrics.seg.mr:.3f}')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6 y 7: Inferencia y Conteo de Malezas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23444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04672"/>
            <a:ext cx="12344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entrada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(papa + malezas)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517904" y="1193292"/>
            <a:ext cx="146304" cy="0"/>
          </a:xfrm>
          <a:prstGeom prst="line">
            <a:avLst/>
          </a:prstGeom>
          <a:noFill/>
          <a:ln w="25400">
            <a:solidFill>
              <a:srgbClr val="4950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36776" y="804672"/>
            <a:ext cx="123444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36776" y="804672"/>
            <a:ext cx="12344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modelo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best.pt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80360" y="1193292"/>
            <a:ext cx="146304" cy="0"/>
          </a:xfrm>
          <a:prstGeom prst="line">
            <a:avLst/>
          </a:prstGeom>
          <a:noFill/>
          <a:ln w="25400">
            <a:solidFill>
              <a:srgbClr val="4950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99232" y="804672"/>
            <a:ext cx="1234440" cy="777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99232" y="804672"/>
            <a:ext cx="12344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model.predict()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conf=0.5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42816" y="1193292"/>
            <a:ext cx="146304" cy="0"/>
          </a:xfrm>
          <a:prstGeom prst="line">
            <a:avLst/>
          </a:prstGeom>
          <a:noFill/>
          <a:ln w="25400">
            <a:solidFill>
              <a:srgbClr val="4950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804672"/>
            <a:ext cx="1234440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61688" y="804672"/>
            <a:ext cx="12344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05272" y="1193292"/>
            <a:ext cx="146304" cy="0"/>
          </a:xfrm>
          <a:prstGeom prst="line">
            <a:avLst/>
          </a:prstGeom>
          <a:noFill/>
          <a:ln w="25400">
            <a:solidFill>
              <a:srgbClr val="4950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24144" y="804672"/>
            <a:ext cx="1234440" cy="777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24144" y="804672"/>
            <a:ext cx="12344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'weed'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67728" y="1193292"/>
            <a:ext cx="146304" cy="0"/>
          </a:xfrm>
          <a:prstGeom prst="line">
            <a:avLst/>
          </a:prstGeom>
          <a:noFill/>
          <a:ln w="25400">
            <a:solidFill>
              <a:srgbClr val="4950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804672"/>
            <a:ext cx="1234440" cy="77724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86600" y="804672"/>
            <a:ext cx="12344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 =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malezas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737360"/>
            <a:ext cx="859536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73736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por instancia detectada (clase 'weed')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21284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212848"/>
            <a:ext cx="201168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2128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26060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[x1, y1, x2, y2]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rectángulo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50592" y="221284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50592" y="2212848"/>
            <a:ext cx="2011680" cy="3474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50592" y="22128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42032" y="26060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Polígono pixel-level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Contorno exacto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maleza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26864" y="221284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26864" y="2212848"/>
            <a:ext cx="201168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22128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18304" y="26060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0.0 - 1.0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Umbral: conf≥0.5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el paper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03136" y="221284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03136" y="2212848"/>
            <a:ext cx="201168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136" y="22128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94576" y="26060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crop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weed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weed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749040"/>
            <a:ext cx="8595360" cy="10972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7673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final por imagen: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04164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malezas = [i for i in instancias if i["clase"] == "weed"]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conteo = len(malezas)  →  Ejemplo: 12 malezas detectadas en esta imagen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Guardar resultados: DataFrame con imagen, N_malezas, N_papas → CSV en Drive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Resultados Esperados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Dataset Kaggle → Google Drive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7647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Inspección y verificación de archivos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21122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Estructura YOLO (train/val/test 80/15/5)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4597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data.yaml (nc=2, crop/weed)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807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YOLOv8n-seg + Transfer Learning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154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Entrenamiento (AdamW, lr=0.001667)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5021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Evaluación (mAP, P, R, F1)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8496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Inferencia → Conteo por imagen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41970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Exportar CSV con resultados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9144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Esperados (según paper)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417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1453896"/>
            <a:ext cx="1280160" cy="2926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145389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~83.4%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mAP@0.50-0.95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06640" y="1911096"/>
            <a:ext cx="1280160" cy="2926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91109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~53.15%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(weed)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2368296"/>
            <a:ext cx="1280160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236829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~0.744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(weed)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06640" y="2825496"/>
            <a:ext cx="1280160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282549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~0.652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(weed)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06640" y="3282696"/>
            <a:ext cx="1280160" cy="2926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328269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~0.693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(crop)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06640" y="3739896"/>
            <a:ext cx="1280160" cy="292608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373989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~0.898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4160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(crop)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06640" y="4197096"/>
            <a:ext cx="1280160" cy="292608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0" y="419709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~0.910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Resultados pueden variar ±2-5% según hardware y versión de librerías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Metodología YOLOv8 - Detección de Malezas en Papa</dc:title>
  <dc:subject>PptxGenJS Presentation</dc:subject>
  <dc:creator>PptxGenJS</dc:creator>
  <cp:lastModifiedBy>PptxGenJS</cp:lastModifiedBy>
  <cp:revision>1</cp:revision>
  <dcterms:created xsi:type="dcterms:W3CDTF">2026-06-03T03:52:25Z</dcterms:created>
  <dcterms:modified xsi:type="dcterms:W3CDTF">2026-06-03T03:52:25Z</dcterms:modified>
</cp:coreProperties>
</file>